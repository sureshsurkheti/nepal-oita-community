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8153400" cy="5143500"/>
  <p:notesSz cx="5143500" cy="815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webp"/><Relationship Id="rId4" Type="http://schemas.openxmlformats.org/officeDocument/2006/relationships/image" Target="../media/image-1-4.jpeg"/><Relationship Id="rId5" Type="http://schemas.openxmlformats.org/officeDocument/2006/relationships/image" Target="../media/image-1-5.webp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53400" cy="1181100"/>
          </a:xfrm>
          <a:prstGeom prst="rect">
            <a:avLst/>
          </a:prstGeom>
          <a:gradFill rotWithShape="1">
            <a:gsLst>
              <a:gs pos="0">
                <a:srgbClr val="0C2A6E">
                  <a:alpha val="100000"/>
                </a:srgbClr>
              </a:gs>
              <a:gs pos="55000">
                <a:srgbClr val="16307D">
                  <a:alpha val="100000"/>
                </a:srgbClr>
              </a:gs>
              <a:gs pos="100000">
                <a:srgbClr val="5A1A55">
                  <a:alpha val="100000"/>
                </a:srgbClr>
              </a:gs>
            </a:gsLst>
            <a:lin ang="6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23850" y="104775"/>
            <a:ext cx="971550" cy="9715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9A22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3850" y="104775"/>
            <a:ext cx="971550" cy="97155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4000" y="260970"/>
            <a:ext cx="4861396" cy="425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65"/>
              </a:lnSpc>
              <a:buNone/>
            </a:pPr>
            <a:r>
              <a:rPr lang="en-US" sz="27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Nepal Oita Community</a:t>
            </a:r>
            <a:endParaRPr lang="en-US" sz="2775" dirty="0"/>
          </a:p>
        </p:txBody>
      </p:sp>
      <p:sp>
        <p:nvSpPr>
          <p:cNvPr id="6" name="Text 3"/>
          <p:cNvSpPr/>
          <p:nvPr/>
        </p:nvSpPr>
        <p:spPr>
          <a:xfrm>
            <a:off x="1524000" y="705743"/>
            <a:ext cx="486139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3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ネパール大分コミュニティ · OITA, JAPAN</a:t>
            </a:r>
            <a:endParaRPr lang="en-US" sz="1125" dirty="0"/>
          </a:p>
        </p:txBody>
      </p:sp>
      <p:sp>
        <p:nvSpPr>
          <p:cNvPr id="7" name="Shape 4"/>
          <p:cNvSpPr/>
          <p:nvPr/>
        </p:nvSpPr>
        <p:spPr>
          <a:xfrm>
            <a:off x="6172051" y="397669"/>
            <a:ext cx="1657499" cy="385763"/>
          </a:xfrm>
          <a:prstGeom prst="roundRect">
            <a:avLst>
              <a:gd name="adj" fmla="val 19753"/>
            </a:avLst>
          </a:prstGeom>
          <a:gradFill rotWithShape="1">
            <a:gsLst>
              <a:gs pos="0">
                <a:srgbClr val="E8CC6A">
                  <a:alpha val="100000"/>
                </a:srgbClr>
              </a:gs>
              <a:gs pos="55000">
                <a:srgbClr val="C9A227">
                  <a:alpha val="100000"/>
                </a:srgbClr>
              </a:gs>
              <a:gs pos="100000">
                <a:srgbClr val="A67C00">
                  <a:alpha val="100000"/>
                </a:srgbClr>
              </a:gs>
            </a:gsLst>
            <a:lin ang="4200000" scaled="0"/>
          </a:gradFill>
          <a:ln w="9525">
            <a:solidFill>
              <a:srgbClr val="F3E2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3026" y="502444"/>
            <a:ext cx="137174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NOC MEMBER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1181100"/>
            <a:ext cx="8153400" cy="12382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/>
        </p:spPr>
      </p:sp>
      <p:sp>
        <p:nvSpPr>
          <p:cNvPr id="10" name="Shape 7"/>
          <p:cNvSpPr/>
          <p:nvPr/>
        </p:nvSpPr>
        <p:spPr>
          <a:xfrm>
            <a:off x="0" y="1304925"/>
            <a:ext cx="8153400" cy="3838575"/>
          </a:xfrm>
          <a:prstGeom prst="rect">
            <a:avLst/>
          </a:prstGeom>
          <a:solidFill>
            <a:srgbClr val="7F7F7F">
              <a:alpha val="1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alphaModFix amt="16000"/>
          </a:blip>
          <a:srcRect l="0" r="0" t="14690" b="14690"/>
          <a:stretch/>
        </p:blipFill>
        <p:spPr>
          <a:xfrm>
            <a:off x="0" y="1304925"/>
            <a:ext cx="8153400" cy="3838575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alphaModFix amt="6000"/>
          </a:blip>
          <a:srcRect l="0" r="0" t="0" b="0"/>
          <a:stretch/>
        </p:blipFill>
        <p:spPr>
          <a:xfrm>
            <a:off x="4914900" y="1938337"/>
            <a:ext cx="2571750" cy="2571750"/>
          </a:xfrm>
          <a:prstGeom prst="ellipse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734300" y="1476375"/>
            <a:ext cx="209550" cy="31718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9E8">
                  <a:alpha val="55000"/>
                </a:srgbClr>
              </a:gs>
              <a:gs pos="20000">
                <a:srgbClr val="D8C9FF">
                  <a:alpha val="55000"/>
                </a:srgbClr>
              </a:gs>
              <a:gs pos="40000">
                <a:srgbClr val="BFE6FF">
                  <a:alpha val="55000"/>
                </a:srgbClr>
              </a:gs>
              <a:gs pos="60000">
                <a:srgbClr val="C8F5D8">
                  <a:alpha val="55000"/>
                </a:srgbClr>
              </a:gs>
              <a:gs pos="80000">
                <a:srgbClr val="FFF3BF">
                  <a:alpha val="55000"/>
                </a:srgbClr>
              </a:gs>
              <a:gs pos="100000">
                <a:srgbClr val="FFD9E8">
                  <a:alpha val="55000"/>
                </a:srgbClr>
              </a:gs>
            </a:gsLst>
            <a:lin ang="5400000" scaled="0"/>
          </a:gradFill>
          <a:ln/>
        </p:spPr>
      </p:sp>
      <p:sp>
        <p:nvSpPr>
          <p:cNvPr id="14" name="Shape 9"/>
          <p:cNvSpPr/>
          <p:nvPr/>
        </p:nvSpPr>
        <p:spPr>
          <a:xfrm>
            <a:off x="381000" y="1438275"/>
            <a:ext cx="514350" cy="400050"/>
          </a:xfrm>
          <a:prstGeom prst="roundRect">
            <a:avLst>
              <a:gd name="adj" fmla="val 19048"/>
            </a:avLst>
          </a:prstGeom>
          <a:gradFill rotWithShape="1">
            <a:gsLst>
              <a:gs pos="0">
                <a:srgbClr val="E8CC6A">
                  <a:alpha val="100000"/>
                </a:srgbClr>
              </a:gs>
              <a:gs pos="60000">
                <a:srgbClr val="C9A227">
                  <a:alpha val="100000"/>
                </a:srgbClr>
              </a:gs>
              <a:gs pos="100000">
                <a:srgbClr val="A67C00">
                  <a:alpha val="100000"/>
                </a:srgbClr>
              </a:gs>
            </a:gsLst>
            <a:lin ang="3600000" scaled="0"/>
          </a:gradFill>
          <a:ln w="9525">
            <a:solidFill>
              <a:srgbClr val="A67C0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57200" y="1514475"/>
            <a:ext cx="361950" cy="247650"/>
          </a:xfrm>
          <a:prstGeom prst="roundRect">
            <a:avLst>
              <a:gd name="adj" fmla="val 15385"/>
            </a:avLst>
          </a:prstGeom>
          <a:ln w="9525">
            <a:solidFill>
              <a:srgbClr val="5A4000">
                <a:alpha val="55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90525" y="1638300"/>
            <a:ext cx="495300" cy="9525"/>
          </a:xfrm>
          <a:prstGeom prst="rect">
            <a:avLst/>
          </a:prstGeom>
          <a:solidFill>
            <a:srgbClr val="5A4000">
              <a:alpha val="55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638175" y="1447800"/>
            <a:ext cx="9525" cy="381000"/>
          </a:xfrm>
          <a:prstGeom prst="rect">
            <a:avLst/>
          </a:prstGeom>
          <a:solidFill>
            <a:srgbClr val="5A4000">
              <a:alpha val="5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381000" y="2224088"/>
            <a:ext cx="1390650" cy="1771650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28575">
            <a:solidFill>
              <a:srgbClr val="C9A22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09575" y="2252663"/>
            <a:ext cx="1333500" cy="17145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rcRect l="11111" r="11111" t="0" b="0"/>
          <a:stretch/>
        </p:blipFill>
        <p:spPr>
          <a:xfrm>
            <a:off x="409575" y="2252663"/>
            <a:ext cx="1333500" cy="17145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095500" y="2164556"/>
            <a:ext cx="62445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300" kern="0" dirty="0">
                <a:solidFill>
                  <a:srgbClr val="5C56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 NAME</a:t>
            </a:r>
            <a:endParaRPr lang="en-US" sz="975" dirty="0"/>
          </a:p>
        </p:txBody>
      </p:sp>
      <p:sp>
        <p:nvSpPr>
          <p:cNvPr id="22" name="Text 16"/>
          <p:cNvSpPr/>
          <p:nvPr/>
        </p:nvSpPr>
        <p:spPr>
          <a:xfrm>
            <a:off x="2095500" y="2326481"/>
            <a:ext cx="624459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C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Suresh Surkheti</a:t>
            </a:r>
            <a:endParaRPr lang="en-US" sz="3150" dirty="0"/>
          </a:p>
        </p:txBody>
      </p:sp>
      <p:sp>
        <p:nvSpPr>
          <p:cNvPr id="23" name="Shape 17"/>
          <p:cNvSpPr/>
          <p:nvPr/>
        </p:nvSpPr>
        <p:spPr>
          <a:xfrm>
            <a:off x="2095500" y="2931319"/>
            <a:ext cx="5676900" cy="9525"/>
          </a:xfrm>
          <a:prstGeom prst="rect">
            <a:avLst/>
          </a:prstGeom>
          <a:solidFill>
            <a:srgbClr val="C9C2B2"/>
          </a:solidFill>
          <a:ln/>
        </p:spPr>
      </p:sp>
      <p:sp>
        <p:nvSpPr>
          <p:cNvPr id="24" name="Text 18"/>
          <p:cNvSpPr/>
          <p:nvPr/>
        </p:nvSpPr>
        <p:spPr>
          <a:xfrm>
            <a:off x="2095500" y="3093244"/>
            <a:ext cx="299656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5C56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MEMBERSHIP NO.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2095500" y="3250406"/>
            <a:ext cx="29965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F1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NOC-2026-0001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5048250" y="3093244"/>
            <a:ext cx="299656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5C56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 THRU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048250" y="3250406"/>
            <a:ext cx="29965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2029</a:t>
            </a:r>
            <a:endParaRPr lang="en-US" sz="1650" dirty="0"/>
          </a:p>
        </p:txBody>
      </p:sp>
      <p:sp>
        <p:nvSpPr>
          <p:cNvPr id="28" name="Text 22"/>
          <p:cNvSpPr/>
          <p:nvPr/>
        </p:nvSpPr>
        <p:spPr>
          <a:xfrm>
            <a:off x="2095500" y="3659981"/>
            <a:ext cx="299656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5C56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DESIGNATION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2095500" y="3817144"/>
            <a:ext cx="29965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 MEMBER</a:t>
            </a:r>
            <a:endParaRPr lang="en-US" sz="1650" dirty="0"/>
          </a:p>
        </p:txBody>
      </p:sp>
      <p:sp>
        <p:nvSpPr>
          <p:cNvPr id="30" name="Text 24"/>
          <p:cNvSpPr/>
          <p:nvPr/>
        </p:nvSpPr>
        <p:spPr>
          <a:xfrm>
            <a:off x="5048250" y="3659981"/>
            <a:ext cx="299656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5C56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JOINED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048250" y="3817144"/>
            <a:ext cx="29965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650" dirty="0"/>
          </a:p>
        </p:txBody>
      </p:sp>
      <p:sp>
        <p:nvSpPr>
          <p:cNvPr id="32" name="Text 26"/>
          <p:cNvSpPr/>
          <p:nvPr/>
        </p:nvSpPr>
        <p:spPr>
          <a:xfrm>
            <a:off x="381000" y="4805363"/>
            <a:ext cx="298854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3F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EST. 2019 · OITA, JAPAN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7305675" y="4826794"/>
            <a:ext cx="104775" cy="104775"/>
          </a:xfrm>
          <a:prstGeom prst="ellipse">
            <a:avLst/>
          </a:prstGeom>
          <a:solidFill>
            <a:srgbClr val="8F1023"/>
          </a:solidFill>
          <a:ln/>
        </p:spPr>
      </p:sp>
      <p:sp>
        <p:nvSpPr>
          <p:cNvPr id="34" name="Shape 28"/>
          <p:cNvSpPr/>
          <p:nvPr/>
        </p:nvSpPr>
        <p:spPr>
          <a:xfrm>
            <a:off x="7486650" y="4826794"/>
            <a:ext cx="104775" cy="104775"/>
          </a:xfrm>
          <a:prstGeom prst="ellipse">
            <a:avLst/>
          </a:prstGeom>
          <a:solidFill>
            <a:srgbClr val="16307D"/>
          </a:solidFill>
          <a:ln/>
        </p:spPr>
      </p:sp>
      <p:sp>
        <p:nvSpPr>
          <p:cNvPr id="35" name="Shape 29"/>
          <p:cNvSpPr/>
          <p:nvPr/>
        </p:nvSpPr>
        <p:spPr>
          <a:xfrm>
            <a:off x="7667625" y="4826794"/>
            <a:ext cx="104775" cy="104775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6" name="Shape 30"/>
          <p:cNvSpPr/>
          <p:nvPr/>
        </p:nvSpPr>
        <p:spPr>
          <a:xfrm>
            <a:off x="85725" y="85725"/>
            <a:ext cx="7981950" cy="4972050"/>
          </a:xfrm>
          <a:prstGeom prst="roundRect">
            <a:avLst>
              <a:gd name="adj" fmla="val 2874"/>
            </a:avLst>
          </a:prstGeom>
          <a:ln w="14288">
            <a:solidFill>
              <a:srgbClr val="C9A227">
                <a:alpha val="8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53400" cy="95250"/>
          </a:xfrm>
          <a:prstGeom prst="rect">
            <a:avLst/>
          </a:prstGeom>
          <a:gradFill rotWithShape="1">
            <a:gsLst>
              <a:gs pos="0">
                <a:srgbClr val="8F1023">
                  <a:alpha val="100000"/>
                </a:srgbClr>
              </a:gs>
              <a:gs pos="33000">
                <a:srgbClr val="8F1023">
                  <a:alpha val="100000"/>
                </a:srgbClr>
              </a:gs>
              <a:gs pos="33000">
                <a:srgbClr val="16307D">
                  <a:alpha val="100000"/>
                </a:srgbClr>
              </a:gs>
              <a:gs pos="66000">
                <a:srgbClr val="16307D">
                  <a:alpha val="100000"/>
                </a:srgbClr>
              </a:gs>
              <a:gs pos="66000">
                <a:srgbClr val="C9A227">
                  <a:alpha val="100000"/>
                </a:srgbClr>
              </a:gs>
              <a:gs pos="100000">
                <a:srgbClr val="C9A227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5725" y="85725"/>
            <a:ext cx="7981950" cy="4972050"/>
          </a:xfrm>
          <a:prstGeom prst="roundRect">
            <a:avLst>
              <a:gd name="adj" fmla="val 2874"/>
            </a:avLst>
          </a:prstGeom>
          <a:ln w="14288">
            <a:solidFill>
              <a:srgbClr val="C9A227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1950" y="381000"/>
            <a:ext cx="289735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i="1" dirty="0">
                <a:solidFill>
                  <a:srgbClr val="163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Nepal Oita Community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5737994" y="466725"/>
            <a:ext cx="22588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5C56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ネパール大分コミュニティ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1950" y="842963"/>
            <a:ext cx="7429500" cy="19050"/>
          </a:xfrm>
          <a:prstGeom prst="rect">
            <a:avLst/>
          </a:prstGeom>
          <a:solidFill>
            <a:srgbClr val="C9C2B2"/>
          </a:solidFill>
          <a:ln/>
        </p:spPr>
      </p:sp>
      <p:sp>
        <p:nvSpPr>
          <p:cNvPr id="7" name="Text 5"/>
          <p:cNvSpPr/>
          <p:nvPr/>
        </p:nvSpPr>
        <p:spPr>
          <a:xfrm>
            <a:off x="361950" y="1033462"/>
            <a:ext cx="7652385" cy="839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846"/>
              </a:lnSpc>
              <a:buNone/>
            </a:pPr>
            <a:r>
              <a:rPr lang="en-US" sz="1275" dirty="0">
                <a:solidFill>
                  <a:srgbClr val="4A4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card certifies the holder as a registered member of Nepal Oita Community, Japan, established 2019. The card is non-transferable and remains valid until the date shown overleaf. If found, kindly return to the community office or contact any committee member.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361950" y="2006352"/>
            <a:ext cx="7429500" cy="19050"/>
          </a:xfrm>
          <a:prstGeom prst="rect">
            <a:avLst/>
          </a:prstGeom>
          <a:solidFill>
            <a:srgbClr val="C9C2B2"/>
          </a:solidFill>
          <a:ln/>
        </p:spPr>
      </p:sp>
      <p:sp>
        <p:nvSpPr>
          <p:cNvPr id="9" name="Shape 7"/>
          <p:cNvSpPr/>
          <p:nvPr/>
        </p:nvSpPr>
        <p:spPr>
          <a:xfrm>
            <a:off x="361950" y="2692152"/>
            <a:ext cx="3048000" cy="19050"/>
          </a:xfrm>
          <a:prstGeom prst="rect">
            <a:avLst/>
          </a:prstGeom>
          <a:solidFill>
            <a:srgbClr val="1C1A16"/>
          </a:solidFill>
          <a:ln/>
        </p:spPr>
      </p:sp>
      <p:sp>
        <p:nvSpPr>
          <p:cNvPr id="10" name="Text 8"/>
          <p:cNvSpPr/>
          <p:nvPr/>
        </p:nvSpPr>
        <p:spPr>
          <a:xfrm>
            <a:off x="361950" y="2758827"/>
            <a:ext cx="817245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225" kern="0" dirty="0">
                <a:solidFill>
                  <a:srgbClr val="5C56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AUTHORIZED SIGNATURE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61950" y="2954089"/>
            <a:ext cx="81724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Prakash Rasaili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950" y="3206502"/>
            <a:ext cx="8172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300" kern="0" dirty="0">
                <a:solidFill>
                  <a:srgbClr val="5C56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CHAIRMAN · NEPAL OITA COMMUNITY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61950" y="3406527"/>
            <a:ext cx="8172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0" kern="0" dirty="0">
                <a:solidFill>
                  <a:srgbClr val="8F1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 CONTACT · 090-4316-4111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361950" y="3695700"/>
            <a:ext cx="116205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8D1C1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75" y="3781425"/>
            <a:ext cx="990600" cy="990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76400" y="4019550"/>
            <a:ext cx="26193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163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TO CONNECT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1676400" y="4200525"/>
            <a:ext cx="24574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050" dirty="0">
                <a:solidFill>
                  <a:srgbClr val="4A4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Nepal Oita Community on Facebook for events, news &amp; announcements.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67300" y="3748087"/>
            <a:ext cx="27241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spc="300" kern="0" dirty="0">
                <a:solidFill>
                  <a:srgbClr val="5C56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MEMBERSHIP NO.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5067300" y="3929063"/>
            <a:ext cx="27241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8F1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NOC-2026-0001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5238750" y="4262438"/>
            <a:ext cx="2552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5806"/>
              </a:lnSpc>
              <a:buNone/>
            </a:pPr>
            <a:r>
              <a:rPr lang="en-US" sz="975" dirty="0">
                <a:solidFill>
                  <a:srgbClr val="4A4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our website for more details about our community activities and events.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5067300" y="4672013"/>
            <a:ext cx="27241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spc="75" kern="0" dirty="0">
                <a:solidFill>
                  <a:srgbClr val="163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nepaloitacommunity.com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2026-08-26T07:29:05Z</dcterms:created>
  <dcterms:modified xsi:type="dcterms:W3CDTF">2026-08-26T07:29:05Z</dcterms:modified>
</cp:coreProperties>
</file>